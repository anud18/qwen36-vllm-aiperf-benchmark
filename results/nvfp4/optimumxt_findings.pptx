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6262A"/>
                </a:solidFill>
                <a:latin typeface="Noto Sans CJK TC"/>
              </a:rPr>
              <a:t>Dynamo optimumxt 端點效能診斷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6B6B70"/>
                </a:solidFill>
                <a:latin typeface="Noto Sans CJK TC"/>
              </a:rPr>
              <a:t>以 spark 本機 vLLM 重現同一組 benchmark，26 個測試點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114800"/>
            <a:ext cx="3657600" cy="25400"/>
          </a:xfrm>
          <a:prstGeom prst="rect">
            <a:avLst/>
          </a:prstGeom>
          <a:solidFill>
            <a:srgbClr val="E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2026-08-04    量測工具 aiperf 0.10.0    NVIDIA GB10 / vllm-openai v0.24.0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6262A"/>
                </a:solidFill>
                <a:latin typeface="Noto Sans CJK TC"/>
              </a:rPr>
              <a:t>結論：問題出在部署，不在硬體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0515600" cy="25400"/>
          </a:xfrm>
          <a:prstGeom prst="rect">
            <a:avLst/>
          </a:prstGeom>
          <a:solidFill>
            <a:srgbClr val="E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2A78D6"/>
                </a:solidFill>
                <a:latin typeface="Noto Sans CJK TC"/>
              </a:rPr>
              <a:t>32–177×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端點 prefill 比同機器的 vLLM 慢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（12 組同模型對照，全部成立）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01168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BAF7A"/>
                </a:solidFill>
                <a:latin typeface="Noto Sans CJK TC"/>
              </a:rPr>
              <a:t>0.93–1.7×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7889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decode 差距不大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Llama 幾乎相同，Qwen 慢約 1.5 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01168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EB6834"/>
                </a:solidFill>
                <a:latin typeface="Noto Sans CJK TC"/>
              </a:rPr>
              <a:t>0.88×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78892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併發從 1 加到 2，端點反而變慢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（同一測試在本機是 2.09× 加速）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206240"/>
            <a:ext cx="10515600" cy="25400"/>
          </a:xfrm>
          <a:prstGeom prst="rect">
            <a:avLst/>
          </a:prstGeom>
          <a:solidFill>
            <a:srgbClr val="E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8056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A"/>
                </a:solidFill>
                <a:latin typeface="Noto Sans CJK TC"/>
              </a:rPr>
              <a:t>•  同一台機器、同一個模型、逐 token 相同的輸入 —— 差異只可能來自服務層。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A"/>
                </a:solidFill>
                <a:latin typeface="Noto Sans CJK TC"/>
              </a:rPr>
              <a:t>•  GB10 的 KV cache 容量 426k–480k tokens，併發 32 下可維持 346 output tok/s。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6262A"/>
                </a:solidFill>
                <a:latin typeface="Noto Sans CJK TC"/>
              </a:rPr>
              <a:t>•  曾讓端點卡死 25 分鐘的高併發測試，本機 226 秒乾淨跑完、零錯誤。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主要發現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6262A"/>
                </a:solidFill>
                <a:latin typeface="Noto Sans CJK TC"/>
              </a:rPr>
              <a:t>Prefill 慢 32–177 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0515600" cy="25400"/>
          </a:xfrm>
          <a:prstGeom prst="rect">
            <a:avLst/>
          </a:prstGeom>
          <a:solidFill>
            <a:srgbClr val="E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e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53006"/>
            <a:ext cx="10545775" cy="39749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035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70"/>
                </a:solidFill>
                <a:latin typeface="Noto Sans CJK TC"/>
              </a:rPr>
              <a:t>每一組都是同模型、同 prompt、ISL 逐 percentile 完全相同的對照。端點實際更慢：其 prefix cache 命中率 46–74%，那些 token 計入 ISL 但未實際運算。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對照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6262A"/>
                </a:solidFill>
                <a:latin typeface="Noto Sans CJK TC"/>
              </a:rPr>
              <a:t>Decode 沒有問題 —— 除了併發之下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0515600" cy="25400"/>
          </a:xfrm>
          <a:prstGeom prst="rect">
            <a:avLst/>
          </a:prstGeom>
          <a:solidFill>
            <a:srgbClr val="E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53006"/>
            <a:ext cx="10545775" cy="39749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0350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70"/>
                </a:solidFill>
                <a:latin typeface="Noto Sans CJK TC"/>
              </a:rPr>
              <a:t>Llama 兩邊幾乎相同（0.93–0.98×，本機甚至略慢），代表 GB10 的 decode 速度是硬體實況。Qwen 慢 1.5–1.7×。最上面兩筆是 c2 併發點。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對照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6262A"/>
                </a:solidFill>
                <a:latin typeface="Noto Sans CJK TC"/>
              </a:rPr>
              <a:t>併發加倍：本機加速 2.09×，端點反而慢 12%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0515600" cy="25400"/>
          </a:xfrm>
          <a:prstGeom prst="rect">
            <a:avLst/>
          </a:prstGeom>
          <a:solidFill>
            <a:srgbClr val="E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04931"/>
            <a:ext cx="10545775" cy="34882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8064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B70"/>
                </a:solidFill>
                <a:latin typeface="Noto Sans CJK TC"/>
              </a:rPr>
              <a:t>總工作量固定 100 個請求，端點卻花更久才跑完。機制在 ITL：67 → 182 ms（+170%），兩個請求沒有被 batch 在一起而是互相搶資源。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B70"/>
                </a:solidFill>
                <a:latin typeface="Noto Sans CJK TC"/>
              </a:rPr>
              <a:t>端點僅此一組 c1/c2 皆有效，其餘併發點被 tunnel 配額或逾時破壞。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佐證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6262A"/>
                </a:solidFill>
                <a:latin typeface="Noto Sans CJK TC"/>
              </a:rPr>
              <a:t>硬體從來不是瓶頸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0515600" cy="25400"/>
          </a:xfrm>
          <a:prstGeom prst="rect">
            <a:avLst/>
          </a:prstGeom>
          <a:solidFill>
            <a:srgbClr val="E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6262A"/>
                </a:solidFill>
                <a:latin typeface="Noto Sans CJK TC"/>
              </a:rPr>
              <a:t>高併發測試 c32（320 個請求）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端點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    worker 卡死約 25 分鐘，未產出任何結果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本機 Llama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    226 秒完成、0 錯誤，系統輸出 346 tok/s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本機 Qwen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    514 秒完成、0 錯誤，系統輸出 153 tok/s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6262A"/>
                </a:solidFill>
                <a:latin typeface="Noto Sans CJK TC"/>
              </a:rPr>
              <a:t>KV cache 容量（端點從未揭露）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80"/>
            <a:ext cx="4937760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Llama-3.1-8B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    426,496 tokens，併發上限 104×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Qwen3-VL-30B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    479,504 tokens，併發上限 117×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皆在 4096 context 設定下量得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120640"/>
            <a:ext cx="10515600" cy="25400"/>
          </a:xfrm>
          <a:prstGeom prst="rect">
            <a:avLst/>
          </a:prstGeom>
          <a:solidFill>
            <a:srgbClr val="E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6262A"/>
                </a:solidFill>
                <a:latin typeface="Noto Sans CJK TC"/>
              </a:rPr>
              <a:t>同一台機器上，stock vLLM 在併發 32 時系統輸出達 346 tok/s；端點在併發 1 時只有 9.4 tok/s。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6262A"/>
                </a:solidFill>
                <a:latin typeface="Noto Sans CJK TC"/>
              </a:rPr>
              <a:t>建議與限制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0515600" cy="25400"/>
          </a:xfrm>
          <a:prstGeom prst="rect">
            <a:avLst/>
          </a:prstGeom>
          <a:solidFill>
            <a:srgbClr val="E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6262A"/>
                </a:solidFill>
                <a:latin typeface="Noto Sans CJK TC"/>
              </a:rPr>
              <a:t>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>
                <a:solidFill>
                  <a:srgbClr val="26262A"/>
                </a:solidFill>
                <a:latin typeface="Noto Sans CJK TC"/>
              </a:rPr>
              <a:t>1.  優先查 Dynamo 的 prefill 路徑 —— 這是唯一數量級的差距，且兩個模型都成立。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6262A"/>
                </a:solidFill>
                <a:latin typeface="Noto Sans CJK TC"/>
              </a:rPr>
              <a:t>2.  檢查併發排程：端點在併發 2 就開始劣化，32 直接卡死。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26262A"/>
                </a:solidFill>
                <a:latin typeface="Noto Sans CJK TC"/>
              </a:rPr>
              <a:t>3.  context 上限 4096 是部署設定，非模型能力。放寬後另外三個 workload 才跑得動。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297680"/>
            <a:ext cx="10515600" cy="25400"/>
          </a:xfrm>
          <a:prstGeom prst="rect">
            <a:avLst/>
          </a:prstGeom>
          <a:solidFill>
            <a:srgbClr val="E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6262A"/>
                </a:solidFill>
                <a:latin typeface="Noto Sans CJK TC"/>
              </a:rPr>
              <a:t>本次量測的已知限制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•  本機端沒有 prefix cache 命中率（為與端點方法論一致而保留 REMOTE=1）。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•  端點有 4 個測試點因 tunnel 配額或逾時而無效，已於報告中標記，未納入結論。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•  端點與本機的 tunnel 差異未單獨隔離；但 110 ms vs 11,444 ms 的差距遠超網路可解釋範圍。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方法論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6262A"/>
                </a:solidFill>
                <a:latin typeface="Noto Sans CJK TC"/>
              </a:rPr>
              <a:t>附錄：如何確保兩邊在比同一件事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0515600" cy="25400"/>
          </a:xfrm>
          <a:prstGeom prst="rect">
            <a:avLst/>
          </a:prstGeom>
          <a:solidFill>
            <a:srgbClr val="E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6262A"/>
                </a:solidFill>
                <a:latin typeface="Noto Sans CJK TC"/>
              </a:rPr>
              <a:t>端點數據固定不動，所有對齊都在 spark 這一側完成。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ISL 是 server 回報的 prompt_tokens，只有在模型、tokenizer、chat template 三者都一致時才會相同。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過程中修正兩處：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•  一開始誤把本機 Llama 與 Qwen 端點並列比較 —— 不同 tokenizer，兩欄不可比。已全部改為同模型對照。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•  Llama 的 chat template 缺少 system block，每個請求少 25 個 token（ISL 總和 11,676 對端點 12,176）。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    以 --chat-template 修正後三重驗證：對端點逐筆記錄全數相符、對 Meta 官方 template 在 300 筆 entries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    token 數完全相同、對執行中的伺服器實測 69 = 69。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結果：12 組同模型對照的 ISL 與 OSL，在 avg / p50 / p90 / p95 / p99 / max 每一格都完全相同。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6B70"/>
                </a:solidFill>
                <a:latin typeface="Noto Sans CJK TC"/>
              </a:rPr>
              <a:t>方法論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4124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6262A"/>
                </a:solidFill>
                <a:latin typeface="Noto Sans CJK TC"/>
              </a:rPr>
              <a:t>附錄：測試範圍與資料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72768"/>
            <a:ext cx="10515600" cy="25400"/>
          </a:xfrm>
          <a:prstGeom prst="rect">
            <a:avLst/>
          </a:prstGeom>
          <a:solidFill>
            <a:srgbClr val="E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6262A"/>
                </a:solidFill>
                <a:latin typeface="Noto Sans CJK TC"/>
              </a:rPr>
              <a:t>測試點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49377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26 個點，兩個模型各 13 個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全部完成：0 錯誤、OSL 零偏差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併發 1 / 2 / 32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請求數 10 / 20 / 100 / 320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workload：chatbot_flat、agent_flat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（多輪對話攤平，每個請求自帶完整歷史）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74519"/>
            <a:ext cx="4937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6262A"/>
                </a:solidFill>
                <a:latin typeface="Noto Sans CJK TC"/>
              </a:rPr>
              <a:t>資料集特性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493776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384 筆 entries / 109 個 session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ISL 中位數 530，OSL 中位數 233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OSL 由 trace 以 ignore_eos 鎖定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→ 每個有效點偏差為 0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prefix cache 理論上限 64.8% / 72.8%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6262A"/>
                </a:solidFill>
                <a:latin typeface="Noto Sans CJK TC"/>
              </a:rPr>
              <a:t>實測 c1 全部落在 3 個百分點內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440680"/>
            <a:ext cx="10515600" cy="25400"/>
          </a:xfrm>
          <a:prstGeom prst="rect">
            <a:avLst/>
          </a:prstGeom>
          <a:solidFill>
            <a:srgbClr val="E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70"/>
                </a:solidFill>
                <a:latin typeface="Noto Sans CJK TC"/>
              </a:rPr>
              <a:t>完整報告：results/nvfp4/SPARK_REPRO.md　·　資料集說明：DATASETS_optimumxt.md　·　檔案索引：SPARK_INDEX.md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