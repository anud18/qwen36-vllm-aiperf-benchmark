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6262A"/>
                </a:solidFill>
                <a:latin typeface="Noto Sans CJK TC"/>
              </a:rPr>
              <a:t>Dynamo optimumxt 端點效能診斷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B70"/>
                </a:solidFill>
                <a:latin typeface="Noto Sans CJK TC"/>
              </a:rPr>
              <a:t>以 spark 本機 vLLM 重現同一組 benchmark，26 個測試點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14800"/>
            <a:ext cx="3657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2026-08-04    量測工具 aiperf 0.10.0    NVIDIA GB10 / vllm-openai v0.24.0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一句話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結論：問題出在部署，不在硬體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2A78D6"/>
                </a:solidFill>
                <a:latin typeface="Noto Sans CJK TC"/>
              </a:rPr>
              <a:t>32–177×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端點 prefill 比同機器的 vLLM 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（12 組同模型對照，全部成立）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BAF7A"/>
                </a:solidFill>
                <a:latin typeface="Noto Sans CJK TC"/>
              </a:rPr>
              <a:t>0.93–1.7×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decode 差距不大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Llama 幾乎相同，Qwen 慢約 1.5 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EB6834"/>
                </a:solidFill>
                <a:latin typeface="Noto Sans CJK TC"/>
              </a:rPr>
              <a:t>0.88×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併發從 1 加到 2，端點反而變慢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（同一測試在本機是 2.09× 加速）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2062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同一台機器、同一個模型、逐 token 相同的輸入 —— 差異只可能來自服務層。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GB10 的 KV cache 容量 426k–480k tokens，併發 32 下可維持 346 output tok/s。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曾讓端點卡死 25 分鐘的高併發測試，本機 226 秒乾淨跑完、零錯誤。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主要發現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Prefill 慢 32–177 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每一組都是同模型、同 prompt、ISL 逐 percentile 完全相同的對照。端點實際更慢：其 prefix cache 命中率 46–74%，那些 token 計入 ISL 但未實際運算。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Decode 沒有問題 —— 除了併發之下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Llama 兩邊幾乎相同（0.93–0.98×，本機甚至略慢），代表 GB10 的 decode 速度是硬體實況。Qwen 慢 1.5–1.7×。最上面兩筆是 c2 併發點。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併發加倍：本機加速 2.09×，端點反而慢 12%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04931"/>
            <a:ext cx="10545775" cy="3488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總工作量固定 100 個請求，端點卻花更久才跑完。機制在 ITL：67 → 182 ms（+170%），兩個請求沒有被 batch 在一起而是互相搶資源。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端點僅此一組 c1/c2 皆有效，其餘併發點被 tunnel 配額或逾時破壞。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佐證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硬體從來不是瓶頸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高併發測試 c32（320 個請求）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端點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worker 卡死約 25 分鐘，未產出任何結果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Llama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226 秒完成、0 錯誤，系統輸出 346 tok/s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Qwen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514 秒完成、0 錯誤，系統輸出 153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KV cache 容量（端點從未揭露）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Llama-3.1-8B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426,496 tokens，併發上限 104×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Qwen3-VL-30B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479,504 tokens，併發上限 117×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皆在 4096 context 設定下量得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1206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同一台機器上，stock vLLM 在併發 32 時系統輸出達 346 tok/s；端點在併發 1 時只有 9.4 tok/s。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建議與限制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1.  優先查 Dynamo 的 prefill 路徑 —— 這是唯一數量級的差距，且兩個模型都成立。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2.  檢查併發排程：端點在併發 2 就開始劣化，32 直接卡死。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3.  context 上限 4096 是部署設定，非模型能力。放寬後另外三個 workload 才跑得動。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本次量測的已知限制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本機端沒有 prefix cache 命中率（為與端點方法論一致而保留 REMOTE=1）。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端點有 4 個測試點因 tunnel 配額或逾時而無效，已於報告中標記，未納入結論。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端點與本機的 tunnel 差異未單獨隔離；但 110 ms vs 11,444 ms 的差距遠超網路可解釋範圍。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附錄：如何確保兩邊在比同一件事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端點數據固定不動，所有對齊都在 spark 這一側完成。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是 server 回報的 prompt_tokens，只有在模型、tokenizer、chat template 三者都一致時才會相同。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過程中修正兩處：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一開始誤把本機 Llama 與 Qwen 端點並列比較 —— 不同 tokenizer，兩欄不可比。已全部改為同模型對照。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chat template 缺少 system block，每個請求少 25 個 token（ISL 總和 11,676 對端點 12,176）。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以 --chat-template 修正後三重驗證：對端點逐筆記錄全數相符、對 Meta 官方 template 在 300 筆 entries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token 數完全相同、對執行中的伺服器實測 69 = 69。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結果：12 組同模型對照的 ISL 與 OSL，在 avg / p50 / p90 / p95 / p99 / max 每一格都完全相同。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附錄：測試範圍與資料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測試點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26 個點，兩個模型各 13 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全部完成：0 錯誤、OSL 零偏差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併發 1 / 2 / 32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請求數 10 / 20 / 100 / 320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workload：chatbot_flat、agent_flat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（多輪對話攤平，每個請求自帶完整歷史）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資料集特性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384 筆 entries / 109 個 session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中位數 530，OSL 中位數 233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OSL 由 trace 以 ignore_eos 鎖定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→ 每個有效點偏差為 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prefix cache 理論上限 64.8% / 72.8%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實測 c1 全部落在 3 個百分點內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440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完整報告：results/nvfp4/SPARK_REPRO.md　·　資料集說明：DATASETS_optimumxt.md　·　檔案索引：SPARK_INDEX.md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30.41×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9,425.9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1,747.4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19.89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29.59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11.95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61.75×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43.44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13,446.5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2,952.8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73.25×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7.38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3.13×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44.30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4.49×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0.1457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4.49×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86.40×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9,228.3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5,845.1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108.48×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56.47×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8,113.5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5,512.9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42.12×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30.02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28.88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0.1232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79.12×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9,870.8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6,312.5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113.39×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184.5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33.26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8,100.1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14,204.8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120.79×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0.1233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0.0288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79.81×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9,863.0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6,419.9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115.31×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12.59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144.24×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21,654.0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7,475.8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147.44×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237.33×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73.21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17,513.2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16,659.7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176.60×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0.0571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0.0228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141.63×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21,702.1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7,474.3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144.24×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114.86×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17,988.3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6,553.6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101.13×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8.97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0.0556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84.45×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68.62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17,112.0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3,095.8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63.80×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2.20×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28.75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3.64×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0.1163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3.64×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附錄：無端點對照的 spark 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以下 spark 點沒有可比的端點數據，因此不出現在前面的對照表：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w2 系列 4 個點 —— 端點從未跑過這組設定。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w0 agent c2（兩個模型）—— 端點該點 20 筆中有 6 筆撞上 ngrok 流量配額。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agent c1 / c2（兩個模型）—— 端點分別遺失 3 筆與 10 筆（Cloudflare 逾時）。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逾時砍掉的是最慢的請求，會讓端點數字看起來偏好，不能採用。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chatbot / agent（Qwen）—— 100 請求系列只對 Llama 端點跑過。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c32（兩個模型）—— 端點該點 worker 卡死，未產出任何結果。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這些點在 spark 上全部完成、0 錯誤，數據見 results/nvfp4/SPARK_INDEX.md。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逐點明細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附錄：Dynamo 端點原始數據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以下 15 頁為端點側每個測試點的完整分布，含 avg / P50 / P90 / P95。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3 個點標記為無效或部分無效 —— 皆為 tunnel 層問題（ngrok 流量配額、Cloudflare 逾時），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非伺服器行為。逾時砍掉的是最慢的請求，會讓數字看起來比實際更好，故不納入任何結論。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11,187.2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14,102.1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15,927.2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30,418.5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32,604.0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22.82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0.0428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233.5 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c2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11,521.4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25,946.5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27,399.3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200.64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58,969.5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97,169.3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100,730.3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7.38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0.0325 req/s          ISL total  12,040          OSL total  6,080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40.27%          OSL 偏差 0          benchmark duration 615.9 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11,229.9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14,008.5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15,847.7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30,111.6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31,842.9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0.0432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231.7 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15,409.1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27,827.6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37,078.4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63.95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25,653.0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52,969.3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53,835.3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1,686.4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1,781.5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2,471.3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2,724.6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0.0318 req/s          ISL total  16,864          OSL total  2,344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74.28%          OSL 偏差 0          benchmark duration 314.7 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10,015.7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13,632.1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13,844.7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26,158.6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32,460.5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32,820.5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22.92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0.0424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471.8 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16,668.0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40,537.1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47,333.5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30,515.2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55,283.3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59,401.3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1,658.0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1,579.5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0.0288 req/s          ISL total  33,160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69.39%          OSL 偏差 0          benchmark duration 694.4 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10,072.6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13,754.3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49.11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58.14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26,188.8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32,766.0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32,930.6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0.0422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474.1 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c2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37,389.4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31,479.7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69,581.1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82,477.2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245.00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309.65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92,025.0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91,784.4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153,536.0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156,315.0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5.51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1,551.0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2,301.6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14 / 20          Request throughput  0.0217 req/s          ISL total  21,714          OSL total  3,240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46.67%          OSL 偏差 0          benchmark duration 646.0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無效：20 筆中 6 筆撞上 ngrok 月流量配額（403 ERR_NGROK_725）。剩餘 14 筆的併發時序也被拖累，不可引用。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13,706.4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17,135.1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17,537.5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34,582.1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45,414.9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0.0314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637.6 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22,279.0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54,492.6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62,952.0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75.71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39,991.8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73,339.0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79,105.3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246.2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1,661.3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0.0228 req/s          ISL total  33,226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69.90%          OSL 偏差 0          benchmark duration 876.5 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重跑  (worker 重啟後)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13,396.8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16,808.7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17,148.3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34,015.9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42,269.4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44,349.9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0.0320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625.5 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10,847.2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20,745.1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27,561.9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45,387.1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46,982.9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15.41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0.0363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67.04%          OSL 偏差 0          benchmark duration 2,757.6 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35,059.4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43,280.3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278.60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295.55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62,220.9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108,834.4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114,921.6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0.0319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46.77%          OSL 偏差 0          benchmark duration 3,132.2 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16,205.1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49,218.6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71,024.1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73.68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38,451.1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30,749.1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72,552.1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88,281.0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15.06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1,601.1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97 / 100          Request throughput  0.0236 req/s          ISL total  155,303          OSL total  20,589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72.32%          OSL 偏差 0          benchmark duration 4,105.1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3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45,671.6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36,831.3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94,558.5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113,410.1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333.43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261.24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510.17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736.99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107,986.3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102,804.3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173,008.2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208,571.2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1,562.1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2,600.8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215.6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90 / 100          Request throughput  0.0158 req/s          ISL total  135,900          OSL total  18,759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47.82%          OSL 偏差 0          benchmark duration 5,683.7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10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